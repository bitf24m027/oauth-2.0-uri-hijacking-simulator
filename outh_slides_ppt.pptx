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6" r:id="rId12"/>
    <p:sldId id="265" r:id="rId13"/>
  </p:sldIdLst>
  <p:sldSz cx="14630400" cy="8229600"/>
  <p:notesSz cx="8229600" cy="146304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Libre Baskerville" panose="02000000000000000000" pitchFamily="2" charset="0"/>
      <p:regular r:id="rId19"/>
      <p:bold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846392-116B-4ED9-B0C2-05F4FFCCD776}" v="468" dt="2026-03-28T13:58:49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izamehakyahya2@gmail.com" userId="57cc823ff061fc04" providerId="Windows Live" clId="Web-{E2846392-116B-4ED9-B0C2-05F4FFCCD776}"/>
    <pc:docChg chg="addSld delSld modSld sldOrd modMainMaster">
      <pc:chgData name="hafizamehakyahya2@gmail.com" userId="57cc823ff061fc04" providerId="Windows Live" clId="Web-{E2846392-116B-4ED9-B0C2-05F4FFCCD776}" dt="2026-03-28T13:58:49.225" v="305"/>
      <pc:docMkLst>
        <pc:docMk/>
      </pc:docMkLst>
      <pc:sldChg chg="addSp delSp modSp modTransition">
        <pc:chgData name="hafizamehakyahya2@gmail.com" userId="57cc823ff061fc04" providerId="Windows Live" clId="Web-{E2846392-116B-4ED9-B0C2-05F4FFCCD776}" dt="2026-03-28T13:58:49.225" v="305"/>
        <pc:sldMkLst>
          <pc:docMk/>
          <pc:sldMk cId="0" sldId="256"/>
        </pc:sldMkLst>
        <pc:spChg chg="mod">
          <ac:chgData name="hafizamehakyahya2@gmail.com" userId="57cc823ff061fc04" providerId="Windows Live" clId="Web-{E2846392-116B-4ED9-B0C2-05F4FFCCD776}" dt="2026-03-28T13:57:57.833" v="301" actId="20577"/>
          <ac:spMkLst>
            <pc:docMk/>
            <pc:sldMk cId="0" sldId="256"/>
            <ac:spMk id="4" creationId="{00000000-0000-0000-0000-000000000000}"/>
          </ac:spMkLst>
        </pc:spChg>
        <pc:spChg chg="add del">
          <ac:chgData name="hafizamehakyahya2@gmail.com" userId="57cc823ff061fc04" providerId="Windows Live" clId="Web-{E2846392-116B-4ED9-B0C2-05F4FFCCD776}" dt="2026-03-28T12:59:30.145" v="1"/>
          <ac:spMkLst>
            <pc:docMk/>
            <pc:sldMk cId="0" sldId="256"/>
            <ac:spMk id="6" creationId="{63994DB2-06D4-1DED-F231-8E3D1624F941}"/>
          </ac:spMkLst>
        </pc:spChg>
        <pc:spChg chg="add mod">
          <ac:chgData name="hafizamehakyahya2@gmail.com" userId="57cc823ff061fc04" providerId="Windows Live" clId="Web-{E2846392-116B-4ED9-B0C2-05F4FFCCD776}" dt="2026-03-28T13:00:04.692" v="6"/>
          <ac:spMkLst>
            <pc:docMk/>
            <pc:sldMk cId="0" sldId="256"/>
            <ac:spMk id="7" creationId="{0A8A106D-792C-EB9D-EFBE-BEFF18E5C85D}"/>
          </ac:spMkLst>
        </pc:spChg>
      </pc:sldChg>
      <pc:sldChg chg="addSp modSp modTransition">
        <pc:chgData name="hafizamehakyahya2@gmail.com" userId="57cc823ff061fc04" providerId="Windows Live" clId="Web-{E2846392-116B-4ED9-B0C2-05F4FFCCD776}" dt="2026-03-28T13:58:49.225" v="305"/>
        <pc:sldMkLst>
          <pc:docMk/>
          <pc:sldMk cId="0" sldId="257"/>
        </pc:sldMkLst>
        <pc:spChg chg="add mod">
          <ac:chgData name="hafizamehakyahya2@gmail.com" userId="57cc823ff061fc04" providerId="Windows Live" clId="Web-{E2846392-116B-4ED9-B0C2-05F4FFCCD776}" dt="2026-03-28T13:00:26.989" v="10"/>
          <ac:spMkLst>
            <pc:docMk/>
            <pc:sldMk cId="0" sldId="257"/>
            <ac:spMk id="13" creationId="{058012E5-6366-AAD6-857C-32315CFA73D2}"/>
          </ac:spMkLst>
        </pc:spChg>
      </pc:sldChg>
      <pc:sldChg chg="addSp modSp modTransition">
        <pc:chgData name="hafizamehakyahya2@gmail.com" userId="57cc823ff061fc04" providerId="Windows Live" clId="Web-{E2846392-116B-4ED9-B0C2-05F4FFCCD776}" dt="2026-03-28T13:58:49.225" v="305"/>
        <pc:sldMkLst>
          <pc:docMk/>
          <pc:sldMk cId="0" sldId="258"/>
        </pc:sldMkLst>
        <pc:spChg chg="add mod">
          <ac:chgData name="hafizamehakyahya2@gmail.com" userId="57cc823ff061fc04" providerId="Windows Live" clId="Web-{E2846392-116B-4ED9-B0C2-05F4FFCCD776}" dt="2026-03-28T13:00:41.880" v="13"/>
          <ac:spMkLst>
            <pc:docMk/>
            <pc:sldMk cId="0" sldId="258"/>
            <ac:spMk id="13" creationId="{D89378B3-7C71-639B-B139-A3B517C79E81}"/>
          </ac:spMkLst>
        </pc:spChg>
      </pc:sldChg>
      <pc:sldChg chg="addSp modSp modTransition">
        <pc:chgData name="hafizamehakyahya2@gmail.com" userId="57cc823ff061fc04" providerId="Windows Live" clId="Web-{E2846392-116B-4ED9-B0C2-05F4FFCCD776}" dt="2026-03-28T13:58:49.225" v="305"/>
        <pc:sldMkLst>
          <pc:docMk/>
          <pc:sldMk cId="0" sldId="259"/>
        </pc:sldMkLst>
        <pc:spChg chg="add mod">
          <ac:chgData name="hafizamehakyahya2@gmail.com" userId="57cc823ff061fc04" providerId="Windows Live" clId="Web-{E2846392-116B-4ED9-B0C2-05F4FFCCD776}" dt="2026-03-28T13:01:11.521" v="19"/>
          <ac:spMkLst>
            <pc:docMk/>
            <pc:sldMk cId="0" sldId="259"/>
            <ac:spMk id="22" creationId="{E492B589-208D-B567-C276-4544BFE82660}"/>
          </ac:spMkLst>
        </pc:spChg>
      </pc:sldChg>
      <pc:sldChg chg="addSp modSp modTransition">
        <pc:chgData name="hafizamehakyahya2@gmail.com" userId="57cc823ff061fc04" providerId="Windows Live" clId="Web-{E2846392-116B-4ED9-B0C2-05F4FFCCD776}" dt="2026-03-28T13:58:49.225" v="305"/>
        <pc:sldMkLst>
          <pc:docMk/>
          <pc:sldMk cId="0" sldId="260"/>
        </pc:sldMkLst>
        <pc:spChg chg="add mod">
          <ac:chgData name="hafizamehakyahya2@gmail.com" userId="57cc823ff061fc04" providerId="Windows Live" clId="Web-{E2846392-116B-4ED9-B0C2-05F4FFCCD776}" dt="2026-03-28T13:01:31.255" v="22"/>
          <ac:spMkLst>
            <pc:docMk/>
            <pc:sldMk cId="0" sldId="260"/>
            <ac:spMk id="13" creationId="{624F17C2-09B2-D4E0-F83B-05A3A03FA79A}"/>
          </ac:spMkLst>
        </pc:spChg>
      </pc:sldChg>
      <pc:sldChg chg="addSp modSp modTransition">
        <pc:chgData name="hafizamehakyahya2@gmail.com" userId="57cc823ff061fc04" providerId="Windows Live" clId="Web-{E2846392-116B-4ED9-B0C2-05F4FFCCD776}" dt="2026-03-28T13:58:49.225" v="305"/>
        <pc:sldMkLst>
          <pc:docMk/>
          <pc:sldMk cId="0" sldId="261"/>
        </pc:sldMkLst>
        <pc:spChg chg="add mod">
          <ac:chgData name="hafizamehakyahya2@gmail.com" userId="57cc823ff061fc04" providerId="Windows Live" clId="Web-{E2846392-116B-4ED9-B0C2-05F4FFCCD776}" dt="2026-03-28T13:06:32.676" v="34"/>
          <ac:spMkLst>
            <pc:docMk/>
            <pc:sldMk cId="0" sldId="261"/>
            <ac:spMk id="11" creationId="{C30026D2-9C4F-A3AD-2DC7-D25FD81C9CE9}"/>
          </ac:spMkLst>
        </pc:spChg>
      </pc:sldChg>
      <pc:sldChg chg="addSp modSp modTransition">
        <pc:chgData name="hafizamehakyahya2@gmail.com" userId="57cc823ff061fc04" providerId="Windows Live" clId="Web-{E2846392-116B-4ED9-B0C2-05F4FFCCD776}" dt="2026-03-28T13:58:49.225" v="305"/>
        <pc:sldMkLst>
          <pc:docMk/>
          <pc:sldMk cId="0" sldId="262"/>
        </pc:sldMkLst>
        <pc:spChg chg="add mod">
          <ac:chgData name="hafizamehakyahya2@gmail.com" userId="57cc823ff061fc04" providerId="Windows Live" clId="Web-{E2846392-116B-4ED9-B0C2-05F4FFCCD776}" dt="2026-03-28T13:04:40.546" v="31"/>
          <ac:spMkLst>
            <pc:docMk/>
            <pc:sldMk cId="0" sldId="262"/>
            <ac:spMk id="12" creationId="{6151D423-DC1F-1B70-DBD9-59CBCB162439}"/>
          </ac:spMkLst>
        </pc:spChg>
      </pc:sldChg>
      <pc:sldChg chg="addSp modSp modTransition">
        <pc:chgData name="hafizamehakyahya2@gmail.com" userId="57cc823ff061fc04" providerId="Windows Live" clId="Web-{E2846392-116B-4ED9-B0C2-05F4FFCCD776}" dt="2026-03-28T13:58:49.225" v="305"/>
        <pc:sldMkLst>
          <pc:docMk/>
          <pc:sldMk cId="0" sldId="263"/>
        </pc:sldMkLst>
        <pc:spChg chg="add mod">
          <ac:chgData name="hafizamehakyahya2@gmail.com" userId="57cc823ff061fc04" providerId="Windows Live" clId="Web-{E2846392-116B-4ED9-B0C2-05F4FFCCD776}" dt="2026-03-28T13:04:23.670" v="28"/>
          <ac:spMkLst>
            <pc:docMk/>
            <pc:sldMk cId="0" sldId="263"/>
            <ac:spMk id="15" creationId="{15AC5E56-D364-1C19-A188-B7E0CB3BAB48}"/>
          </ac:spMkLst>
        </pc:spChg>
      </pc:sldChg>
      <pc:sldChg chg="addSp modSp ord modTransition">
        <pc:chgData name="hafizamehakyahya2@gmail.com" userId="57cc823ff061fc04" providerId="Windows Live" clId="Web-{E2846392-116B-4ED9-B0C2-05F4FFCCD776}" dt="2026-03-28T13:58:49.225" v="305"/>
        <pc:sldMkLst>
          <pc:docMk/>
          <pc:sldMk cId="0" sldId="264"/>
        </pc:sldMkLst>
        <pc:spChg chg="add mod">
          <ac:chgData name="hafizamehakyahya2@gmail.com" userId="57cc823ff061fc04" providerId="Windows Live" clId="Web-{E2846392-116B-4ED9-B0C2-05F4FFCCD776}" dt="2026-03-28T13:01:52.380" v="25"/>
          <ac:spMkLst>
            <pc:docMk/>
            <pc:sldMk cId="0" sldId="264"/>
            <ac:spMk id="11" creationId="{6D8E2A53-3613-F4A3-CBB5-775EB3BBA530}"/>
          </ac:spMkLst>
        </pc:spChg>
      </pc:sldChg>
      <pc:sldChg chg="addSp modSp new modTransition">
        <pc:chgData name="hafizamehakyahya2@gmail.com" userId="57cc823ff061fc04" providerId="Windows Live" clId="Web-{E2846392-116B-4ED9-B0C2-05F4FFCCD776}" dt="2026-03-28T13:58:49.225" v="305"/>
        <pc:sldMkLst>
          <pc:docMk/>
          <pc:sldMk cId="1427312082" sldId="265"/>
        </pc:sldMkLst>
        <pc:spChg chg="add mod">
          <ac:chgData name="hafizamehakyahya2@gmail.com" userId="57cc823ff061fc04" providerId="Windows Live" clId="Web-{E2846392-116B-4ED9-B0C2-05F4FFCCD776}" dt="2026-03-28T13:12:15.530" v="38"/>
          <ac:spMkLst>
            <pc:docMk/>
            <pc:sldMk cId="1427312082" sldId="265"/>
            <ac:spMk id="2" creationId="{D4195722-C8ED-3788-D39F-1C8526819D9B}"/>
          </ac:spMkLst>
        </pc:spChg>
        <pc:spChg chg="add mod">
          <ac:chgData name="hafizamehakyahya2@gmail.com" userId="57cc823ff061fc04" providerId="Windows Live" clId="Web-{E2846392-116B-4ED9-B0C2-05F4FFCCD776}" dt="2026-03-28T13:24:00.799" v="101" actId="20577"/>
          <ac:spMkLst>
            <pc:docMk/>
            <pc:sldMk cId="1427312082" sldId="265"/>
            <ac:spMk id="3" creationId="{C29486BB-7FBA-0FB3-1EB5-5C885531A21B}"/>
          </ac:spMkLst>
        </pc:spChg>
        <pc:picChg chg="add mod">
          <ac:chgData name="hafizamehakyahya2@gmail.com" userId="57cc823ff061fc04" providerId="Windows Live" clId="Web-{E2846392-116B-4ED9-B0C2-05F4FFCCD776}" dt="2026-03-28T13:23:07.001" v="91" actId="1076"/>
          <ac:picMkLst>
            <pc:docMk/>
            <pc:sldMk cId="1427312082" sldId="265"/>
            <ac:picMk id="4" creationId="{C8498618-5CC4-99E7-CA05-64DE9811DCA7}"/>
          </ac:picMkLst>
        </pc:picChg>
      </pc:sldChg>
      <pc:sldChg chg="addSp delSp modSp new modTransition">
        <pc:chgData name="hafizamehakyahya2@gmail.com" userId="57cc823ff061fc04" providerId="Windows Live" clId="Web-{E2846392-116B-4ED9-B0C2-05F4FFCCD776}" dt="2026-03-28T13:58:49.225" v="305"/>
        <pc:sldMkLst>
          <pc:docMk/>
          <pc:sldMk cId="3967073288" sldId="266"/>
        </pc:sldMkLst>
        <pc:spChg chg="add mod">
          <ac:chgData name="hafizamehakyahya2@gmail.com" userId="57cc823ff061fc04" providerId="Windows Live" clId="Web-{E2846392-116B-4ED9-B0C2-05F4FFCCD776}" dt="2026-03-28T13:38:45.506" v="105"/>
          <ac:spMkLst>
            <pc:docMk/>
            <pc:sldMk cId="3967073288" sldId="266"/>
            <ac:spMk id="2" creationId="{0D2A3E50-8071-3349-9932-543BEA604399}"/>
          </ac:spMkLst>
        </pc:spChg>
        <pc:spChg chg="add mod">
          <ac:chgData name="hafizamehakyahya2@gmail.com" userId="57cc823ff061fc04" providerId="Windows Live" clId="Web-{E2846392-116B-4ED9-B0C2-05F4FFCCD776}" dt="2026-03-28T13:47:26.488" v="217" actId="20577"/>
          <ac:spMkLst>
            <pc:docMk/>
            <pc:sldMk cId="3967073288" sldId="266"/>
            <ac:spMk id="3" creationId="{EA1A24A0-E08F-418A-FA9A-9219F881EE2D}"/>
          </ac:spMkLst>
        </pc:spChg>
        <pc:picChg chg="add del mod ord modCrop">
          <ac:chgData name="hafizamehakyahya2@gmail.com" userId="57cc823ff061fc04" providerId="Windows Live" clId="Web-{E2846392-116B-4ED9-B0C2-05F4FFCCD776}" dt="2026-03-28T13:44:59.985" v="187"/>
          <ac:picMkLst>
            <pc:docMk/>
            <pc:sldMk cId="3967073288" sldId="266"/>
            <ac:picMk id="4" creationId="{1802C3E7-8E63-0CC0-1D77-C43BF171CD1A}"/>
          </ac:picMkLst>
        </pc:picChg>
        <pc:picChg chg="add mod modCrop">
          <ac:chgData name="hafizamehakyahya2@gmail.com" userId="57cc823ff061fc04" providerId="Windows Live" clId="Web-{E2846392-116B-4ED9-B0C2-05F4FFCCD776}" dt="2026-03-28T13:45:29.142" v="193" actId="1076"/>
          <ac:picMkLst>
            <pc:docMk/>
            <pc:sldMk cId="3967073288" sldId="266"/>
            <ac:picMk id="5" creationId="{CC8C3405-B714-537F-60C3-1D84622A2006}"/>
          </ac:picMkLst>
        </pc:picChg>
        <pc:picChg chg="add mod modCrop">
          <ac:chgData name="hafizamehakyahya2@gmail.com" userId="57cc823ff061fc04" providerId="Windows Live" clId="Web-{E2846392-116B-4ED9-B0C2-05F4FFCCD776}" dt="2026-03-28T13:48:07.519" v="223"/>
          <ac:picMkLst>
            <pc:docMk/>
            <pc:sldMk cId="3967073288" sldId="266"/>
            <ac:picMk id="6" creationId="{A25FB566-89A5-51ED-4229-DAC177D8EA5C}"/>
          </ac:picMkLst>
        </pc:picChg>
      </pc:sldChg>
      <pc:sldChg chg="addSp modSp new modTransition">
        <pc:chgData name="hafizamehakyahya2@gmail.com" userId="57cc823ff061fc04" providerId="Windows Live" clId="Web-{E2846392-116B-4ED9-B0C2-05F4FFCCD776}" dt="2026-03-28T13:58:49.225" v="305"/>
        <pc:sldMkLst>
          <pc:docMk/>
          <pc:sldMk cId="747654136" sldId="267"/>
        </pc:sldMkLst>
        <pc:spChg chg="add mod">
          <ac:chgData name="hafizamehakyahya2@gmail.com" userId="57cc823ff061fc04" providerId="Windows Live" clId="Web-{E2846392-116B-4ED9-B0C2-05F4FFCCD776}" dt="2026-03-28T13:49:40.958" v="227"/>
          <ac:spMkLst>
            <pc:docMk/>
            <pc:sldMk cId="747654136" sldId="267"/>
            <ac:spMk id="2" creationId="{5CA98017-5B3E-9DC2-53A3-85E2F3C1D58E}"/>
          </ac:spMkLst>
        </pc:spChg>
        <pc:spChg chg="add mod">
          <ac:chgData name="hafizamehakyahya2@gmail.com" userId="57cc823ff061fc04" providerId="Windows Live" clId="Web-{E2846392-116B-4ED9-B0C2-05F4FFCCD776}" dt="2026-03-28T13:51:57.303" v="293" actId="1076"/>
          <ac:spMkLst>
            <pc:docMk/>
            <pc:sldMk cId="747654136" sldId="267"/>
            <ac:spMk id="3" creationId="{1487020C-2E17-75AE-6054-DC22E9394BE0}"/>
          </ac:spMkLst>
        </pc:spChg>
        <pc:picChg chg="add mod modCrop">
          <ac:chgData name="hafizamehakyahya2@gmail.com" userId="57cc823ff061fc04" providerId="Windows Live" clId="Web-{E2846392-116B-4ED9-B0C2-05F4FFCCD776}" dt="2026-03-28T13:51:48.725" v="292"/>
          <ac:picMkLst>
            <pc:docMk/>
            <pc:sldMk cId="747654136" sldId="267"/>
            <ac:picMk id="4" creationId="{A737CA25-190C-5AD9-C4BD-BC5F28E25B87}"/>
          </ac:picMkLst>
        </pc:picChg>
      </pc:sldChg>
      <pc:sldChg chg="addSp modSp new del">
        <pc:chgData name="hafizamehakyahya2@gmail.com" userId="57cc823ff061fc04" providerId="Windows Live" clId="Web-{E2846392-116B-4ED9-B0C2-05F4FFCCD776}" dt="2026-03-28T13:56:22.970" v="299"/>
        <pc:sldMkLst>
          <pc:docMk/>
          <pc:sldMk cId="3819746321" sldId="268"/>
        </pc:sldMkLst>
        <pc:spChg chg="add mod">
          <ac:chgData name="hafizamehakyahya2@gmail.com" userId="57cc823ff061fc04" providerId="Windows Live" clId="Web-{E2846392-116B-4ED9-B0C2-05F4FFCCD776}" dt="2026-03-28T13:54:57.107" v="297"/>
          <ac:spMkLst>
            <pc:docMk/>
            <pc:sldMk cId="3819746321" sldId="268"/>
            <ac:spMk id="2" creationId="{87599E09-82D8-51A1-45ED-C8C2E555C6F3}"/>
          </ac:spMkLst>
        </pc:spChg>
        <pc:spChg chg="add">
          <ac:chgData name="hafizamehakyahya2@gmail.com" userId="57cc823ff061fc04" providerId="Windows Live" clId="Web-{E2846392-116B-4ED9-B0C2-05F4FFCCD776}" dt="2026-03-28T13:55:06.701" v="298"/>
          <ac:spMkLst>
            <pc:docMk/>
            <pc:sldMk cId="3819746321" sldId="268"/>
            <ac:spMk id="3" creationId="{EC3D3D36-6E4E-133B-81BC-52E181645A07}"/>
          </ac:spMkLst>
        </pc:spChg>
      </pc:sldChg>
      <pc:sldMasterChg chg="modTransition modSldLayout">
        <pc:chgData name="hafizamehakyahya2@gmail.com" userId="57cc823ff061fc04" providerId="Windows Live" clId="Web-{E2846392-116B-4ED9-B0C2-05F4FFCCD776}" dt="2026-03-28T13:58:49.225" v="305"/>
        <pc:sldMasterMkLst>
          <pc:docMk/>
          <pc:sldMasterMk cId="0" sldId="2147483648"/>
        </pc:sldMasterMkLst>
        <pc:sldLayoutChg chg="modTransition">
          <pc:chgData name="hafizamehakyahya2@gmail.com" userId="57cc823ff061fc04" providerId="Windows Live" clId="Web-{E2846392-116B-4ED9-B0C2-05F4FFCCD776}" dt="2026-03-28T13:58:49.225" v="305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hafizamehakyahya2@gmail.com" userId="57cc823ff061fc04" providerId="Windows Live" clId="Web-{E2846392-116B-4ED9-B0C2-05F4FFCCD776}" dt="2026-03-28T13:58:49.225" v="305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hafizamehakyahya2@gmail.com" userId="57cc823ff061fc04" providerId="Windows Live" clId="Web-{E2846392-116B-4ED9-B0C2-05F4FFCCD776}" dt="2026-03-28T13:58:49.225" v="305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hafizamehakyahya2@gmail.com" userId="57cc823ff061fc04" providerId="Windows Live" clId="Web-{E2846392-116B-4ED9-B0C2-05F4FFCCD776}" dt="2026-03-28T13:58:49.225" v="305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hafizamehakyahya2@gmail.com" userId="57cc823ff061fc04" providerId="Windows Live" clId="Web-{E2846392-116B-4ED9-B0C2-05F4FFCCD776}" dt="2026-03-28T13:58:49.225" v="305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hafizamehakyahya2@gmail.com" userId="57cc823ff061fc04" providerId="Windows Live" clId="Web-{E2846392-116B-4ED9-B0C2-05F4FFCCD776}" dt="2026-03-28T13:58:49.225" v="305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hafizamehakyahya2@gmail.com" userId="57cc823ff061fc04" providerId="Windows Live" clId="Web-{E2846392-116B-4ED9-B0C2-05F4FFCCD776}" dt="2026-03-28T13:58:49.225" v="305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hafizamehakyahya2@gmail.com" userId="57cc823ff061fc04" providerId="Windows Live" clId="Web-{E2846392-116B-4ED9-B0C2-05F4FFCCD776}" dt="2026-03-28T13:58:49.225" v="305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hafizamehakyahya2@gmail.com" userId="57cc823ff061fc04" providerId="Windows Live" clId="Web-{E2846392-116B-4ED9-B0C2-05F4FFCCD776}" dt="2026-03-28T13:58:49.225" v="305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hafizamehakyahya2@gmail.com" userId="57cc823ff061fc04" providerId="Windows Live" clId="Web-{E2846392-116B-4ED9-B0C2-05F4FFCCD776}" dt="2026-03-28T13:58:49.225" v="305"/>
          <pc:sldLayoutMkLst>
            <pc:docMk/>
            <pc:sldMasterMk cId="0" sldId="2147483648"/>
            <pc:sldLayoutMk cId="0" sldId="214748365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F11B4-DD15-4272-851A-2EA45DA7A2E9}" type="datetimeFigureOut">
              <a:t>28/03/2026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A165B-EC13-4B35-BC2B-8C12884E3A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958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attacker.com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6760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OAuth 2.0 Flow &amp; Redirect URI Hijacking Attack Simulation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34101"/>
            <a:ext cx="7556421" cy="151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Security Analysis &amp; Demonstration</a:t>
            </a:r>
            <a:endParaRPr lang="en-US" sz="2400">
              <a:latin typeface="DM Sans"/>
              <a:ea typeface="Calibri"/>
              <a:cs typeface="Calibri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Focus: Authentication Vulnerability</a:t>
            </a:r>
            <a:endParaRPr lang="en-US" sz="2400">
              <a:latin typeface="DM Sans"/>
              <a:ea typeface="Calibri"/>
              <a:cs typeface="Calibri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Submitted by: </a:t>
            </a:r>
            <a:r>
              <a:rPr lang="en-US" sz="2400" i="1" dirty="0" err="1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Yashfaa</a:t>
            </a:r>
            <a:r>
              <a:rPr lang="en-US" sz="2400" i="1" dirty="0">
                <a:solidFill>
                  <a:srgbClr val="454240"/>
                </a:solidFill>
                <a:latin typeface="DM Sans"/>
                <a:ea typeface="DM Sans" pitchFamily="34" charset="-122"/>
                <a:cs typeface="DM Sans" pitchFamily="34" charset="-120"/>
              </a:rPr>
              <a:t> (BITf24MO27)</a:t>
            </a:r>
            <a:endParaRPr lang="en-US" sz="2400" dirty="0">
              <a:latin typeface="DM Sans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6008370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 Security</a:t>
            </a:r>
            <a:endParaRPr lang="en-US" sz="2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8A106D-792C-EB9D-EFBE-BEFF18E5C85D}"/>
              </a:ext>
            </a:extLst>
          </p:cNvPr>
          <p:cNvSpPr/>
          <p:nvPr/>
        </p:nvSpPr>
        <p:spPr>
          <a:xfrm>
            <a:off x="12733758" y="7403746"/>
            <a:ext cx="1816660" cy="754085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00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Problem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69538"/>
            <a:ext cx="959953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Modern Login is Broken (If Done Wrong)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387667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0906" y="3905012"/>
            <a:ext cx="564249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log in via Google / GitHub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56884" y="387667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94000" y="3905012"/>
            <a:ext cx="564261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Apps rely on OAuth 2.0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3790" y="484060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0906" y="4868942"/>
            <a:ext cx="564249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Developers assume it's secure by default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56884" y="484060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4000" y="4868942"/>
            <a:ext cx="564261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Reality: </a:t>
            </a:r>
            <a:r>
              <a:rPr lang="en-US" sz="22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Bad implementation = major risk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560605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mistake → attacker gets access</a:t>
            </a:r>
            <a:endParaRPr 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8012E5-6366-AAD6-857C-32315CFA73D2}"/>
              </a:ext>
            </a:extLst>
          </p:cNvPr>
          <p:cNvSpPr/>
          <p:nvPr/>
        </p:nvSpPr>
        <p:spPr>
          <a:xfrm>
            <a:off x="12785173" y="7506576"/>
            <a:ext cx="1799521" cy="616978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932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is OAuth 2.0?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192774"/>
            <a:ext cx="688431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Simple Idea, Powerful Impact</a:t>
            </a:r>
            <a:endParaRPr lang="en-US" sz="3550" dirty="0"/>
          </a:p>
        </p:txBody>
      </p:sp>
      <p:sp>
        <p:nvSpPr>
          <p:cNvPr id="5" name="Shape 2"/>
          <p:cNvSpPr/>
          <p:nvPr/>
        </p:nvSpPr>
        <p:spPr>
          <a:xfrm>
            <a:off x="793790" y="3099911"/>
            <a:ext cx="3664744" cy="1223248"/>
          </a:xfrm>
          <a:prstGeom prst="roundRect">
            <a:avLst>
              <a:gd name="adj" fmla="val 7788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084" y="3357205"/>
            <a:ext cx="31501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Authorization framework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685348" y="3099911"/>
            <a:ext cx="3664863" cy="1223248"/>
          </a:xfrm>
          <a:prstGeom prst="roundRect">
            <a:avLst>
              <a:gd name="adj" fmla="val 7788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42642" y="3357205"/>
            <a:ext cx="30227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 password sharing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93790" y="4549973"/>
            <a:ext cx="7556421" cy="868918"/>
          </a:xfrm>
          <a:prstGeom prst="roundRect">
            <a:avLst>
              <a:gd name="adj" fmla="val 10964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084" y="4807268"/>
            <a:ext cx="48388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Uses tokens instead of credentials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3790" y="5674042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Goal:</a:t>
            </a: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Secure + Convenient authentication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3790" y="6382702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But:</a:t>
            </a: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Security depends on </a:t>
            </a:r>
            <a:r>
              <a:rPr lang="en-US" sz="22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correct implementation</a:t>
            </a:r>
            <a:endParaRPr 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9378B3-7C71-639B-B139-A3B517C79E81}"/>
              </a:ext>
            </a:extLst>
          </p:cNvPr>
          <p:cNvSpPr/>
          <p:nvPr/>
        </p:nvSpPr>
        <p:spPr>
          <a:xfrm>
            <a:off x="12613790" y="7712235"/>
            <a:ext cx="1868074" cy="411319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8133"/>
            <a:ext cx="71978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OAuth Flow (Core Logic)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20541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Login Actually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12920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484245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658553"/>
            <a:ext cx="419635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clicks login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962" y="312920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484245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658553"/>
            <a:ext cx="419635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redirects to Auth Server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40133" y="312920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484245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2" name="Text 10"/>
          <p:cNvSpPr/>
          <p:nvPr/>
        </p:nvSpPr>
        <p:spPr>
          <a:xfrm>
            <a:off x="9640133" y="3658553"/>
            <a:ext cx="419635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authenticates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3790" y="450889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4863941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5038249"/>
            <a:ext cx="640794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 sends </a:t>
            </a:r>
            <a:r>
              <a:rPr lang="en-US" sz="22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authorization code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28548" y="450889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4863941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6"/>
          <p:cNvSpPr/>
          <p:nvPr/>
        </p:nvSpPr>
        <p:spPr>
          <a:xfrm>
            <a:off x="7428548" y="5038249"/>
            <a:ext cx="640794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exchanges code for access token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93790" y="5916930"/>
            <a:ext cx="13042821" cy="1054418"/>
          </a:xfrm>
          <a:prstGeom prst="roundRect">
            <a:avLst>
              <a:gd name="adj" fmla="val 9035"/>
            </a:avLst>
          </a:prstGeom>
          <a:solidFill>
            <a:srgbClr val="F3E4BF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272332"/>
            <a:ext cx="354330" cy="28348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01748" y="6200418"/>
            <a:ext cx="12008048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 Point:</a:t>
            </a:r>
            <a:r>
              <a:rPr lang="en-US" sz="2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20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Redirect URI</a:t>
            </a:r>
            <a:endParaRPr lang="en-US" sz="2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92B589-208D-B567-C276-4544BFE82660}"/>
              </a:ext>
            </a:extLst>
          </p:cNvPr>
          <p:cNvSpPr/>
          <p:nvPr/>
        </p:nvSpPr>
        <p:spPr>
          <a:xfrm>
            <a:off x="12773599" y="7578260"/>
            <a:ext cx="1841598" cy="651255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3429" y="654248"/>
            <a:ext cx="5453539" cy="68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Vulnerability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763429" y="1419701"/>
            <a:ext cx="5176599" cy="545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Redirect URI Hijacking</a:t>
            </a:r>
            <a:endParaRPr lang="en-US" sz="3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225" y="2334101"/>
            <a:ext cx="327184" cy="3271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72327" y="2279690"/>
            <a:ext cx="6908244" cy="42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fails to validate redirect URI</a:t>
            </a:r>
            <a:endParaRPr lang="en-US" sz="2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225" y="3462576"/>
            <a:ext cx="327184" cy="3271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72327" y="3408164"/>
            <a:ext cx="6908244" cy="42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Attacker modifies redirect link</a:t>
            </a:r>
            <a:endParaRPr lang="en-US" sz="2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225" y="4591050"/>
            <a:ext cx="327184" cy="32718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72327" y="4536638"/>
            <a:ext cx="6908244" cy="42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Authorization code sent to attacker</a:t>
            </a:r>
            <a:endParaRPr lang="en-US" sz="2100" dirty="0"/>
          </a:p>
        </p:txBody>
      </p:sp>
      <p:sp>
        <p:nvSpPr>
          <p:cNvPr id="11" name="Text 5"/>
          <p:cNvSpPr/>
          <p:nvPr/>
        </p:nvSpPr>
        <p:spPr>
          <a:xfrm>
            <a:off x="763429" y="5481518"/>
            <a:ext cx="7617143" cy="42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Result: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63429" y="6145292"/>
            <a:ext cx="7617143" cy="143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Account takeover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exposure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compromise</a:t>
            </a:r>
            <a:endParaRPr lang="en-US" sz="17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4F17C2-09B2-D4E0-F83B-05A3A03FA79A}"/>
              </a:ext>
            </a:extLst>
          </p:cNvPr>
          <p:cNvSpPr/>
          <p:nvPr/>
        </p:nvSpPr>
        <p:spPr>
          <a:xfrm>
            <a:off x="12648066" y="7403746"/>
            <a:ext cx="2022319" cy="788361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5563"/>
            <a:ext cx="111773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Attack Simulation (Vulnerable System)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4506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Goes Wrong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032647"/>
            <a:ext cx="4196358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939903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enters malicious URI: </a:t>
            </a:r>
            <a:r>
              <a:rPr lang="en-US" sz="2200" u="sng" dirty="0">
                <a:solidFill>
                  <a:srgbClr val="AB842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attacker.com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3692366"/>
            <a:ext cx="4196358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43776" y="4599623"/>
            <a:ext cx="35874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accepts it blindly</a:t>
            </a:r>
            <a:endParaRPr lang="en-US" sz="2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352205"/>
            <a:ext cx="4196358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66948" y="4259461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Auth code sent to attacker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93790" y="613052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validation = No security</a:t>
            </a:r>
            <a:endParaRPr lang="en-US" sz="2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0026D2-9C4F-A3AD-2DC7-D25FD81C9CE9}"/>
              </a:ext>
            </a:extLst>
          </p:cNvPr>
          <p:cNvSpPr/>
          <p:nvPr/>
        </p:nvSpPr>
        <p:spPr>
          <a:xfrm>
            <a:off x="12476683" y="7712235"/>
            <a:ext cx="2125149" cy="411319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A98017-5B3E-9DC2-53A3-85E2F3C1D58E}"/>
              </a:ext>
            </a:extLst>
          </p:cNvPr>
          <p:cNvSpPr/>
          <p:nvPr/>
        </p:nvSpPr>
        <p:spPr>
          <a:xfrm>
            <a:off x="12800610" y="7429559"/>
            <a:ext cx="1774576" cy="757152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7020C-2E17-75AE-6054-DC22E9394BE0}"/>
              </a:ext>
            </a:extLst>
          </p:cNvPr>
          <p:cNvSpPr txBox="1"/>
          <p:nvPr/>
        </p:nvSpPr>
        <p:spPr>
          <a:xfrm>
            <a:off x="527725" y="981676"/>
            <a:ext cx="13581423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>
                <a:solidFill>
                  <a:schemeClr val="accent2">
                    <a:lumMod val="49000"/>
                  </a:schemeClr>
                </a:solidFill>
                <a:ea typeface="Calibri"/>
                <a:cs typeface="Calibri"/>
              </a:rPr>
              <a:t>DEMO Of  </a:t>
            </a:r>
            <a:r>
              <a:rPr lang="en-GB" sz="3600" b="1">
                <a:solidFill>
                  <a:schemeClr val="accent2">
                    <a:lumMod val="76000"/>
                  </a:schemeClr>
                </a:solidFill>
                <a:ea typeface="Calibri"/>
                <a:cs typeface="Calibri"/>
              </a:rPr>
              <a:t>ATTACK SIMULATION </a:t>
            </a:r>
          </a:p>
          <a:p>
            <a:r>
              <a:rPr lang="en-GB" sz="3600" b="1">
                <a:solidFill>
                  <a:schemeClr val="accent2">
                    <a:lumMod val="76000"/>
                  </a:schemeClr>
                </a:solidFill>
                <a:ea typeface="Calibri"/>
                <a:cs typeface="Calibri"/>
              </a:rPr>
              <a:t>   (VELNURABLE System)</a:t>
            </a:r>
          </a:p>
          <a:p>
            <a:endParaRPr lang="en-GB" sz="3600" b="1" dirty="0">
              <a:solidFill>
                <a:schemeClr val="accent2">
                  <a:lumMod val="76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A737CA25-190C-5AD9-C4BD-BC5F28E25B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556" t="178" r="21412" b="-1619"/>
          <a:stretch>
            <a:fillRect/>
          </a:stretch>
        </p:blipFill>
        <p:spPr>
          <a:xfrm>
            <a:off x="0" y="2545419"/>
            <a:ext cx="12310545" cy="422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65413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66624"/>
            <a:ext cx="58903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Impact of the Attack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36612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This Matters</a:t>
            </a:r>
            <a:endParaRPr lang="en-US" sz="3550" dirty="0"/>
          </a:p>
        </p:txBody>
      </p:sp>
      <p:sp>
        <p:nvSpPr>
          <p:cNvPr id="5" name="Shape 2"/>
          <p:cNvSpPr/>
          <p:nvPr/>
        </p:nvSpPr>
        <p:spPr>
          <a:xfrm>
            <a:off x="6280190" y="3273266"/>
            <a:ext cx="3664744" cy="1177528"/>
          </a:xfrm>
          <a:prstGeom prst="roundRect">
            <a:avLst>
              <a:gd name="adj" fmla="val 809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3507700"/>
            <a:ext cx="31958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Unauthorized login access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171748" y="3273266"/>
            <a:ext cx="3664863" cy="1177528"/>
          </a:xfrm>
          <a:prstGeom prst="roundRect">
            <a:avLst>
              <a:gd name="adj" fmla="val 809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3507700"/>
            <a:ext cx="31426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Sensitive data leakage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80190" y="4677608"/>
            <a:ext cx="7556421" cy="8231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4624" y="4912043"/>
            <a:ext cx="29139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Full account control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280190" y="5755958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not theoretical</a:t>
            </a:r>
            <a:endParaRPr lang="en-US" sz="2200" dirty="0"/>
          </a:p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happens in real-world apps</a:t>
            </a:r>
            <a:endParaRPr lang="en-US" sz="2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51D423-DC1F-1B70-DBD9-59CBCB162439}"/>
              </a:ext>
            </a:extLst>
          </p:cNvPr>
          <p:cNvSpPr/>
          <p:nvPr/>
        </p:nvSpPr>
        <p:spPr>
          <a:xfrm>
            <a:off x="12682343" y="7746511"/>
            <a:ext cx="1919489" cy="514149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76958"/>
            <a:ext cx="64097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Secure System Design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176463"/>
            <a:ext cx="47270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Fixing the Weakness</a:t>
            </a:r>
            <a:endParaRPr lang="en-US" sz="3550" dirty="0"/>
          </a:p>
        </p:txBody>
      </p:sp>
      <p:sp>
        <p:nvSpPr>
          <p:cNvPr id="5" name="Shape 2"/>
          <p:cNvSpPr/>
          <p:nvPr/>
        </p:nvSpPr>
        <p:spPr>
          <a:xfrm>
            <a:off x="793790" y="3083600"/>
            <a:ext cx="7556421" cy="868918"/>
          </a:xfrm>
          <a:prstGeom prst="roundRect">
            <a:avLst>
              <a:gd name="adj" fmla="val 16837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310" y="3083600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7" name="Text 4"/>
          <p:cNvSpPr/>
          <p:nvPr/>
        </p:nvSpPr>
        <p:spPr>
          <a:xfrm>
            <a:off x="1142524" y="3340894"/>
            <a:ext cx="55855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Implement </a:t>
            </a:r>
            <a:r>
              <a:rPr lang="en-US" sz="2200" b="1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Redirect URI Whitelisting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93790" y="4179332"/>
            <a:ext cx="7556421" cy="868918"/>
          </a:xfrm>
          <a:prstGeom prst="roundRect">
            <a:avLst>
              <a:gd name="adj" fmla="val 16837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310" y="4179332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0" name="Text 7"/>
          <p:cNvSpPr/>
          <p:nvPr/>
        </p:nvSpPr>
        <p:spPr>
          <a:xfrm>
            <a:off x="1142524" y="4436626"/>
            <a:ext cx="43611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Only trusted domains allowed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93790" y="5275064"/>
            <a:ext cx="7556421" cy="868918"/>
          </a:xfrm>
          <a:prstGeom prst="roundRect">
            <a:avLst>
              <a:gd name="adj" fmla="val 16837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3310" y="5275064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3" name="Text 10"/>
          <p:cNvSpPr/>
          <p:nvPr/>
        </p:nvSpPr>
        <p:spPr>
          <a:xfrm>
            <a:off x="1142524" y="5532358"/>
            <a:ext cx="31372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Reject unknown URIs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93790" y="6399133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where data goes</a:t>
            </a:r>
            <a:endParaRPr lang="en-US" sz="2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AC5E56-D364-1C19-A188-B7E0CB3BAB48}"/>
              </a:ext>
            </a:extLst>
          </p:cNvPr>
          <p:cNvSpPr/>
          <p:nvPr/>
        </p:nvSpPr>
        <p:spPr>
          <a:xfrm>
            <a:off x="12596652" y="7643682"/>
            <a:ext cx="1868074" cy="46273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2377"/>
            <a:ext cx="59006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Defense Mechanism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71882"/>
            <a:ext cx="523529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How Protection Works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79019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713089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Compare input URI with whitelist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579019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7130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If valid → proceed</a:t>
            </a:r>
            <a:endParaRPr lang="en-US" sz="2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579019"/>
            <a:ext cx="4347567" cy="9072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15738" y="4713089"/>
            <a:ext cx="36892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If invalid → block request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93790" y="590371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Result:</a:t>
            </a:r>
            <a:r>
              <a:rPr lang="en-US" sz="2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Authorization code stays safe</a:t>
            </a:r>
            <a:endParaRPr lang="en-US" sz="2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E2A53-3613-F4A3-CBB5-775EB3BBA530}"/>
              </a:ext>
            </a:extLst>
          </p:cNvPr>
          <p:cNvSpPr/>
          <p:nvPr/>
        </p:nvSpPr>
        <p:spPr>
          <a:xfrm>
            <a:off x="12785173" y="7695097"/>
            <a:ext cx="1833798" cy="548425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2A3E50-8071-3349-9932-543BEA604399}"/>
              </a:ext>
            </a:extLst>
          </p:cNvPr>
          <p:cNvSpPr/>
          <p:nvPr/>
        </p:nvSpPr>
        <p:spPr>
          <a:xfrm>
            <a:off x="12768034" y="7523714"/>
            <a:ext cx="1902351" cy="651255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1A24A0-E08F-418A-FA9A-9219F881EE2D}"/>
              </a:ext>
            </a:extLst>
          </p:cNvPr>
          <p:cNvSpPr txBox="1"/>
          <p:nvPr/>
        </p:nvSpPr>
        <p:spPr>
          <a:xfrm>
            <a:off x="588450" y="399996"/>
            <a:ext cx="13453567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>
                <a:solidFill>
                  <a:schemeClr val="accent2">
                    <a:lumMod val="49000"/>
                  </a:schemeClr>
                </a:solidFill>
                <a:ea typeface="Calibri"/>
                <a:cs typeface="Calibri"/>
              </a:rPr>
              <a:t>DEMO Of </a:t>
            </a:r>
            <a:endParaRPr lang="en-US">
              <a:solidFill>
                <a:schemeClr val="accent2">
                  <a:lumMod val="49000"/>
                </a:schemeClr>
              </a:solidFill>
            </a:endParaRPr>
          </a:p>
          <a:p>
            <a:r>
              <a:rPr lang="en-GB" sz="3600" b="1">
                <a:solidFill>
                  <a:schemeClr val="accent2">
                    <a:lumMod val="76000"/>
                  </a:schemeClr>
                </a:solidFill>
                <a:ea typeface="Calibri"/>
                <a:cs typeface="Calibri"/>
              </a:rPr>
              <a:t>Project</a:t>
            </a:r>
          </a:p>
          <a:p>
            <a:endParaRPr lang="en-GB" sz="3600" b="1" dirty="0">
              <a:solidFill>
                <a:schemeClr val="accent2">
                  <a:lumMod val="76000"/>
                </a:schemeClr>
              </a:solidFill>
              <a:ea typeface="Calibri"/>
              <a:cs typeface="Calibri"/>
            </a:endParaRPr>
          </a:p>
          <a:p>
            <a:r>
              <a:rPr lang="en-GB" sz="2400" b="1" dirty="0">
                <a:solidFill>
                  <a:schemeClr val="accent2">
                    <a:lumMod val="76000"/>
                  </a:schemeClr>
                </a:solidFill>
                <a:ea typeface="Calibri"/>
                <a:cs typeface="Calibri"/>
              </a:rPr>
              <a:t>Security Simulation (Attack prevented)                                      Security Simulat</a:t>
            </a:r>
            <a:r>
              <a:rPr lang="en-GB" sz="2400" b="1">
                <a:solidFill>
                  <a:schemeClr val="accent2">
                    <a:lumMod val="76000"/>
                  </a:schemeClr>
                </a:solidFill>
                <a:ea typeface="Calibri"/>
                <a:cs typeface="Calibri"/>
              </a:rPr>
              <a:t>ion (Login Successful)</a:t>
            </a:r>
          </a:p>
          <a:p>
            <a:endParaRPr lang="en-GB" sz="2400" b="1" dirty="0">
              <a:solidFill>
                <a:schemeClr val="accent2">
                  <a:lumMod val="76000"/>
                </a:schemeClr>
              </a:solidFill>
              <a:ea typeface="Calibri"/>
              <a:cs typeface="Calibri"/>
            </a:endParaRPr>
          </a:p>
          <a:p>
            <a:endParaRPr lang="en-GB" sz="2400" b="1" dirty="0">
              <a:solidFill>
                <a:schemeClr val="accent2">
                  <a:lumMod val="76000"/>
                </a:schemeClr>
              </a:solidFill>
              <a:ea typeface="Calibri"/>
              <a:cs typeface="Calibri"/>
            </a:endParaRPr>
          </a:p>
          <a:p>
            <a:r>
              <a:rPr lang="en-GB" sz="2400" b="1" dirty="0">
                <a:solidFill>
                  <a:schemeClr val="accent2">
                    <a:lumMod val="76000"/>
                  </a:schemeClr>
                </a:solidFill>
                <a:ea typeface="Calibri"/>
                <a:cs typeface="Calibri"/>
              </a:rPr>
              <a:t>  </a:t>
            </a:r>
          </a:p>
        </p:txBody>
      </p:sp>
      <p:pic>
        <p:nvPicPr>
          <p:cNvPr id="5" name="Picture 4" descr="A black rectangle with white dots&#10;&#10;AI-generated content may be incorrect.">
            <a:extLst>
              <a:ext uri="{FF2B5EF4-FFF2-40B4-BE49-F238E27FC236}">
                <a16:creationId xmlns:a16="http://schemas.microsoft.com/office/drawing/2014/main" id="{CC8C3405-B714-537F-60C3-1D84622A20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034" b="-1508"/>
          <a:stretch>
            <a:fillRect/>
          </a:stretch>
        </p:blipFill>
        <p:spPr>
          <a:xfrm>
            <a:off x="583324" y="2715453"/>
            <a:ext cx="6432343" cy="3192958"/>
          </a:xfrm>
          <a:prstGeom prst="rect">
            <a:avLst/>
          </a:prstGeom>
        </p:spPr>
      </p:pic>
      <p:pic>
        <p:nvPicPr>
          <p:cNvPr id="6" name="Picture 5" descr="A black rectangle with white dots&#10;&#10;AI-generated content may be incorrect.">
            <a:extLst>
              <a:ext uri="{FF2B5EF4-FFF2-40B4-BE49-F238E27FC236}">
                <a16:creationId xmlns:a16="http://schemas.microsoft.com/office/drawing/2014/main" id="{A25FB566-89A5-51ED-4229-DAC177D8EA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162" t="2137" r="65302" b="-2564"/>
          <a:stretch>
            <a:fillRect/>
          </a:stretch>
        </p:blipFill>
        <p:spPr>
          <a:xfrm>
            <a:off x="7318617" y="2713718"/>
            <a:ext cx="5246415" cy="37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7328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195722-C8ED-3788-D39F-1C8526819D9B}"/>
              </a:ext>
            </a:extLst>
          </p:cNvPr>
          <p:cNvSpPr/>
          <p:nvPr/>
        </p:nvSpPr>
        <p:spPr>
          <a:xfrm>
            <a:off x="12579513" y="7626544"/>
            <a:ext cx="2056596" cy="479872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9486BB-7FBA-0FB3-1EB5-5C885531A21B}"/>
              </a:ext>
            </a:extLst>
          </p:cNvPr>
          <p:cNvSpPr txBox="1"/>
          <p:nvPr/>
        </p:nvSpPr>
        <p:spPr>
          <a:xfrm>
            <a:off x="1100625" y="290455"/>
            <a:ext cx="12185332" cy="80637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800" b="1">
                <a:solidFill>
                  <a:schemeClr val="accent4">
                    <a:lumMod val="49000"/>
                  </a:schemeClr>
                </a:solidFill>
              </a:rPr>
              <a:t>Results &amp; Security</a:t>
            </a:r>
            <a:endParaRPr lang="en-US" sz="4800">
              <a:solidFill>
                <a:schemeClr val="accent4">
                  <a:lumMod val="49000"/>
                </a:schemeClr>
              </a:solidFill>
            </a:endParaRPr>
          </a:p>
          <a:p>
            <a:r>
              <a:rPr lang="en-GB" sz="4800" b="1">
                <a:solidFill>
                  <a:schemeClr val="accent4">
                    <a:lumMod val="49000"/>
                  </a:schemeClr>
                </a:solidFill>
              </a:rPr>
              <a:t> Comparison</a:t>
            </a:r>
            <a:endParaRPr lang="en-US" sz="4800">
              <a:solidFill>
                <a:schemeClr val="accent4">
                  <a:lumMod val="49000"/>
                </a:schemeClr>
              </a:solidFill>
              <a:ea typeface="Calibri"/>
              <a:cs typeface="Calibri"/>
            </a:endParaRPr>
          </a:p>
          <a:p>
            <a:endParaRPr lang="en-GB" sz="2800" b="1" dirty="0">
              <a:solidFill>
                <a:schemeClr val="accent4">
                  <a:lumMod val="49000"/>
                </a:schemeClr>
              </a:solidFill>
              <a:ea typeface="+mn-lt"/>
              <a:cs typeface="+mn-lt"/>
            </a:endParaRPr>
          </a:p>
          <a:p>
            <a:r>
              <a:rPr lang="en-GB" sz="2800" b="1">
                <a:solidFill>
                  <a:schemeClr val="accent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Vulnerable System</a:t>
            </a:r>
            <a:endParaRPr lang="en-GB" sz="2800">
              <a:solidFill>
                <a:schemeClr val="accent2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800"/>
              <a:t>No URI validation </a:t>
            </a:r>
            <a:endParaRPr lang="en-GB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800"/>
              <a:t>attacker.com accepted </a:t>
            </a:r>
            <a:endParaRPr lang="en-GB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800"/>
              <a:t>Attack successful </a:t>
            </a:r>
            <a:endParaRPr lang="en-GB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sz="2800" dirty="0">
              <a:solidFill>
                <a:srgbClr val="000000"/>
              </a:solidFill>
            </a:endParaRPr>
          </a:p>
          <a:p>
            <a:r>
              <a:rPr lang="en-GB" sz="28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Secure Syste</a:t>
            </a:r>
            <a:r>
              <a:rPr lang="en-GB" sz="3200" b="1">
                <a:solidFill>
                  <a:schemeClr val="accent2">
                    <a:lumMod val="60000"/>
                    <a:lumOff val="40000"/>
                  </a:schemeClr>
                </a:solidFill>
              </a:rPr>
              <a:t>m</a:t>
            </a:r>
            <a:endParaRPr lang="en-GB" sz="3200" b="1">
              <a:solidFill>
                <a:schemeClr val="accent2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800"/>
              <a:t>Whitelist validation </a:t>
            </a:r>
            <a:endParaRPr lang="en-GB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800"/>
              <a:t>attacker.com blocked </a:t>
            </a:r>
            <a:endParaRPr lang="en-GB" sz="2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800"/>
              <a:t>Attack prevented </a:t>
            </a:r>
            <a:endParaRPr lang="en-GB" sz="2800">
              <a:ea typeface="Calibri"/>
              <a:cs typeface="Calibri"/>
            </a:endParaRPr>
          </a:p>
          <a:p>
            <a:endParaRPr lang="en-GB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GB" sz="2800" b="1" dirty="0">
                <a:solidFill>
                  <a:schemeClr val="accent2">
                    <a:lumMod val="76000"/>
                  </a:schemeClr>
                </a:solidFill>
              </a:rPr>
              <a:t>Final Result</a:t>
            </a:r>
            <a:br>
              <a:rPr lang="en-GB" sz="2800" b="1" dirty="0"/>
            </a:br>
            <a:r>
              <a:rPr lang="en-GB" sz="2800" b="1" dirty="0">
                <a:solidFill>
                  <a:schemeClr val="accent2">
                    <a:lumMod val="76000"/>
                  </a:schemeClr>
                </a:solidFill>
              </a:rPr>
              <a:t> Proper redirect URI validation successfully stopped authorization code interception.</a:t>
            </a:r>
            <a:endParaRPr lang="en-GB" sz="2800" b="1" dirty="0">
              <a:solidFill>
                <a:schemeClr val="accent2">
                  <a:lumMod val="76000"/>
                </a:schemeClr>
              </a:solidFill>
              <a:ea typeface="Calibri"/>
              <a:cs typeface="Calibri"/>
            </a:endParaRPr>
          </a:p>
          <a:p>
            <a:pPr algn="l"/>
            <a:endParaRPr lang="en-GB" dirty="0">
              <a:ea typeface="Calibri"/>
              <a:cs typeface="Calibri"/>
            </a:endParaRPr>
          </a:p>
        </p:txBody>
      </p:sp>
      <p:pic>
        <p:nvPicPr>
          <p:cNvPr id="4" name="Graphic 3" descr="Laptop with phone and calculator">
            <a:extLst>
              <a:ext uri="{FF2B5EF4-FFF2-40B4-BE49-F238E27FC236}">
                <a16:creationId xmlns:a16="http://schemas.microsoft.com/office/drawing/2014/main" id="{C8498618-5CC4-99E7-CA05-64DE9811DC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9713" y="-556887"/>
            <a:ext cx="7189470" cy="709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1208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131</cp:revision>
  <dcterms:created xsi:type="dcterms:W3CDTF">2026-03-28T12:51:20Z</dcterms:created>
  <dcterms:modified xsi:type="dcterms:W3CDTF">2026-03-28T13:58:55Z</dcterms:modified>
</cp:coreProperties>
</file>